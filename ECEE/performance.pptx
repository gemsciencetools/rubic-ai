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58ADD-E323-883A-8733-2053C2DC9C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8B18A6-6716-C3C0-5CC6-65AE0F9278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BFC46-F96E-3CF3-219D-68630E939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F64C-781C-4D10-BB96-D1B5B6484AD9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BB113-535D-8D7E-4EA5-2BADE8EDA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90F9C-B69E-6BCE-1247-12EB6518B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586A-8BD6-4F17-AFEB-01BDD20E82A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27496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DAD86-1326-71DE-DC89-F69E2DB78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E75E9-C1C3-CA98-8058-F7ED029BE5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A9145-265F-3446-058D-28478311E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F64C-781C-4D10-BB96-D1B5B6484AD9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39C2B-B675-7D97-62AA-AF38CBB20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5A3F7-9AD2-6574-C21C-8CB66F24F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586A-8BD6-4F17-AFEB-01BDD20E82A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7354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D7AD-155F-2F92-CF82-BAA616C0D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854FD-4CCF-26F3-6A2C-29689DCCD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5AF19-848E-0838-2E50-8B3A76123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F64C-781C-4D10-BB96-D1B5B6484AD9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668E9-C9B0-A740-3D8C-CE43A3D93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A0BA93-58F8-5CD6-44D6-C6DBCA740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586A-8BD6-4F17-AFEB-01BDD20E82A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19267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D480-0C6E-F2CF-D61A-EE8DC0506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8B5E9-90AE-DBB3-FDC0-1FFBBE2AA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101D72-1A69-A3CF-8A08-A16DB9FF4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1B3E74-90ED-5ECF-0352-5B31C4C7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F64C-781C-4D10-BB96-D1B5B6484AD9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B72F7-3ECD-07A3-EDB6-097FBADF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1C9A1-2507-16E2-3144-18A0AD10B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586A-8BD6-4F17-AFEB-01BDD20E82A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08044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E8DEA-CB00-3E68-AE4C-FF5430517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6CF94-60E8-32BF-E175-FCC686BF8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3C405-3141-3C52-B0D7-463C969FE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18E66F-0B3B-96FC-8EE3-4E4BA320E0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14C0FB-7F90-DA19-4A41-1EAC14171D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FB416B-5D0B-BA9F-3D26-1C765C99B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F64C-781C-4D10-BB96-D1B5B6484AD9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F4B603-B92A-979D-8205-5B487402E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288CE-CAAF-4726-2A17-0B3B867E3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586A-8BD6-4F17-AFEB-01BDD20E82A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779352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8319-A95C-B9C4-C94B-0A19532A0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B8ED52-67CA-D260-AA60-7E0B17C4A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F64C-781C-4D10-BB96-D1B5B6484AD9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BE0EDC-B870-FFC4-B526-5ADD7F839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1A97DB-2548-04A7-3D26-C21AAC131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586A-8BD6-4F17-AFEB-01BDD20E82A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45449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B707FD-F0E0-1F1E-6E90-9C0CE1EA2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F64C-781C-4D10-BB96-D1B5B6484AD9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2EF581-E373-84D6-E5D0-DD9F7B439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E3ACCE-88D3-2856-100A-6C890834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586A-8BD6-4F17-AFEB-01BDD20E82A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83076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D644-3B94-197E-5BDE-CBDEB8FF0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04B70-71A2-1A8F-36B1-FFD3DF27B6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38FCCF-1B9B-D46D-CA0D-F38C8C40F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62A248-0643-5BA2-181E-D9B42EB69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F64C-781C-4D10-BB96-D1B5B6484AD9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B0DA2-BD67-2D98-2DC3-D5990072D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DC3B90-7A0F-548A-2188-FCAC735DF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586A-8BD6-4F17-AFEB-01BDD20E82A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21450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F39CC-BD24-5EC0-7BE4-7CA43CE47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D8454D-639D-5B29-46A3-5F488153BD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2533B5-5BE9-336F-8A9A-04F383852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21D93-A33B-6845-1C2B-5BB26A47D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F64C-781C-4D10-BB96-D1B5B6484AD9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FCE20C-5EE7-A4E1-0059-8110CB891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57112-20B3-6948-7262-B15291A3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586A-8BD6-4F17-AFEB-01BDD20E82A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45293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0B5AA-10D1-6997-065B-307EF4A7B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2F57FA-3A1F-F414-1DAC-B1D758006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DFEB8-64C4-6EB9-E601-A6564F6C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F64C-781C-4D10-BB96-D1B5B6484AD9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9E189-1434-1634-6EF7-EDA50E0B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AC1F1-9DF5-2B6E-019A-9C62CB8F4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586A-8BD6-4F17-AFEB-01BDD20E82A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82304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6C7BFE-6AC9-BC03-FA63-C2D7A492E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78785-2207-095B-2C0A-8877B29D7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FB45B-C3EB-08B9-DD88-B126B73C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DF64C-781C-4D10-BB96-D1B5B6484AD9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79D08-04E2-8AE4-B376-F25E040E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3DC9B-4516-5012-741E-251DF970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8586A-8BD6-4F17-AFEB-01BDD20E82A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99318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D6E314-E2A7-EC56-DD9F-C8FFD7170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553F3-75C1-1184-00B2-0DA8603CA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0AB69-99AC-C3D7-F415-1617D326D4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DF64C-781C-4D10-BB96-D1B5B6484AD9}" type="datetimeFigureOut">
              <a:rPr lang="pt-PT" smtClean="0"/>
              <a:t>31/03/2026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2E3F1-2EE9-AF2C-BF9C-6270F83D25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FE251-B7AF-0D03-7D29-75FA8307D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D8586A-8BD6-4F17-AFEB-01BDD20E82A4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6120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quares with white squares&#10;&#10;AI-generated content may be incorrect.">
            <a:extLst>
              <a:ext uri="{FF2B5EF4-FFF2-40B4-BE49-F238E27FC236}">
                <a16:creationId xmlns:a16="http://schemas.microsoft.com/office/drawing/2014/main" id="{91D9C133-5F1C-6AA8-DE8E-1EDEB81D42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217" y="484342"/>
            <a:ext cx="12192000" cy="5334000"/>
          </a:xfrm>
          <a:prstGeom prst="rect">
            <a:avLst/>
          </a:prstGeom>
        </p:spPr>
      </p:pic>
      <p:pic>
        <p:nvPicPr>
          <p:cNvPr id="7" name="Picture 6" descr="A blue squares with white squares&#10;&#10;AI-generated content may be incorrect.">
            <a:extLst>
              <a:ext uri="{FF2B5EF4-FFF2-40B4-BE49-F238E27FC236}">
                <a16:creationId xmlns:a16="http://schemas.microsoft.com/office/drawing/2014/main" id="{D587DF7F-39E5-11F7-0C38-6F20036D2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43" r="2954"/>
          <a:stretch/>
        </p:blipFill>
        <p:spPr>
          <a:xfrm>
            <a:off x="0" y="484342"/>
            <a:ext cx="5864772" cy="533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E4F768-294A-15F0-B4B1-19BCF2F8107E}"/>
              </a:ext>
            </a:extLst>
          </p:cNvPr>
          <p:cNvSpPr txBox="1"/>
          <p:nvPr/>
        </p:nvSpPr>
        <p:spPr>
          <a:xfrm>
            <a:off x="5525808" y="299676"/>
            <a:ext cx="1294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META DATA</a:t>
            </a:r>
          </a:p>
        </p:txBody>
      </p:sp>
    </p:spTree>
    <p:extLst>
      <p:ext uri="{BB962C8B-B14F-4D97-AF65-F5344CB8AC3E}">
        <p14:creationId xmlns:p14="http://schemas.microsoft.com/office/powerpoint/2010/main" val="422681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F1978C90-EE6E-8741-879A-17E93454E0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12192000" cy="5334000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358D4C2B-1344-67A1-135F-C885100E2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74"/>
          <a:stretch/>
        </p:blipFill>
        <p:spPr>
          <a:xfrm>
            <a:off x="120580" y="762000"/>
            <a:ext cx="6233327" cy="533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7B1CE2-20CE-95BD-C55A-520D96589D63}"/>
              </a:ext>
            </a:extLst>
          </p:cNvPr>
          <p:cNvSpPr txBox="1"/>
          <p:nvPr/>
        </p:nvSpPr>
        <p:spPr>
          <a:xfrm>
            <a:off x="5393489" y="282136"/>
            <a:ext cx="12174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CONSOLE</a:t>
            </a:r>
          </a:p>
        </p:txBody>
      </p:sp>
    </p:spTree>
    <p:extLst>
      <p:ext uri="{BB962C8B-B14F-4D97-AF65-F5344CB8AC3E}">
        <p14:creationId xmlns:p14="http://schemas.microsoft.com/office/powerpoint/2010/main" val="3461207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D93CD72-42BD-4F00-7850-B6CDA5FD2432}"/>
              </a:ext>
            </a:extLst>
          </p:cNvPr>
          <p:cNvSpPr txBox="1"/>
          <p:nvPr/>
        </p:nvSpPr>
        <p:spPr>
          <a:xfrm>
            <a:off x="5576050" y="392668"/>
            <a:ext cx="1294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META DATA</a:t>
            </a:r>
          </a:p>
        </p:txBody>
      </p:sp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6D3B8195-9279-CE52-6B0B-CA6C5F80C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12192000" cy="5334000"/>
          </a:xfrm>
          <a:prstGeom prst="rect">
            <a:avLst/>
          </a:prstGeom>
        </p:spPr>
      </p:pic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01E25F85-FEC3-86D6-C195-7536A2A4B1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04"/>
          <a:stretch/>
        </p:blipFill>
        <p:spPr>
          <a:xfrm>
            <a:off x="-97134" y="762000"/>
            <a:ext cx="6193134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10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2486828C-F191-B233-3115-0D9F6B43E1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12192000" cy="5334000"/>
          </a:xfrm>
          <a:prstGeom prst="rect">
            <a:avLst/>
          </a:prstGeom>
        </p:spPr>
      </p:pic>
      <p:pic>
        <p:nvPicPr>
          <p:cNvPr id="9" name="Picture 8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2BB1C821-CCDA-DA9D-ACF3-DB2C9265C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147376" y="762000"/>
            <a:ext cx="6096000" cy="533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B7974E-5C5B-0B71-86FC-ABEFE92A49FF}"/>
              </a:ext>
            </a:extLst>
          </p:cNvPr>
          <p:cNvSpPr txBox="1"/>
          <p:nvPr/>
        </p:nvSpPr>
        <p:spPr>
          <a:xfrm>
            <a:off x="5586886" y="392668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Console</a:t>
            </a:r>
          </a:p>
        </p:txBody>
      </p:sp>
    </p:spTree>
    <p:extLst>
      <p:ext uri="{BB962C8B-B14F-4D97-AF65-F5344CB8AC3E}">
        <p14:creationId xmlns:p14="http://schemas.microsoft.com/office/powerpoint/2010/main" val="285547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6D3B6EF3-9172-B420-62E2-3D51C1451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12192000" cy="5334000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6150E935-5548-678F-FDD9-D2F216B869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56"/>
          <a:stretch/>
        </p:blipFill>
        <p:spPr>
          <a:xfrm>
            <a:off x="0" y="762000"/>
            <a:ext cx="6223279" cy="533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A40474-9CFB-7DF2-629B-E86BD4DED10B}"/>
              </a:ext>
            </a:extLst>
          </p:cNvPr>
          <p:cNvSpPr txBox="1"/>
          <p:nvPr/>
        </p:nvSpPr>
        <p:spPr>
          <a:xfrm>
            <a:off x="5586886" y="392668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Console</a:t>
            </a:r>
          </a:p>
        </p:txBody>
      </p:sp>
    </p:spTree>
    <p:extLst>
      <p:ext uri="{BB962C8B-B14F-4D97-AF65-F5344CB8AC3E}">
        <p14:creationId xmlns:p14="http://schemas.microsoft.com/office/powerpoint/2010/main" val="164686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graph&#10;&#10;AI-generated content may be incorrect.">
            <a:extLst>
              <a:ext uri="{FF2B5EF4-FFF2-40B4-BE49-F238E27FC236}">
                <a16:creationId xmlns:a16="http://schemas.microsoft.com/office/drawing/2014/main" id="{42873228-40F5-4471-8EA7-0F7E8F282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12192000" cy="5334000"/>
          </a:xfrm>
          <a:prstGeom prst="rect">
            <a:avLst/>
          </a:prstGeom>
        </p:spPr>
      </p:pic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D993E793-995E-90FC-7C64-F6E0404E0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99"/>
          <a:stretch/>
        </p:blipFill>
        <p:spPr>
          <a:xfrm>
            <a:off x="0" y="762000"/>
            <a:ext cx="5962022" cy="533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7E6925-1836-9468-FBC9-CB04672E825E}"/>
              </a:ext>
            </a:extLst>
          </p:cNvPr>
          <p:cNvSpPr txBox="1"/>
          <p:nvPr/>
        </p:nvSpPr>
        <p:spPr>
          <a:xfrm>
            <a:off x="5586886" y="392668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Console</a:t>
            </a:r>
          </a:p>
        </p:txBody>
      </p:sp>
    </p:spTree>
    <p:extLst>
      <p:ext uri="{BB962C8B-B14F-4D97-AF65-F5344CB8AC3E}">
        <p14:creationId xmlns:p14="http://schemas.microsoft.com/office/powerpoint/2010/main" val="2920699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066D7B3E-E03A-8B75-B863-FE106EEC3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12192000" cy="5334000"/>
          </a:xfrm>
          <a:prstGeom prst="rect">
            <a:avLst/>
          </a:prstGeom>
        </p:spPr>
      </p:pic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2F002D12-B6AC-3F0B-3F4C-E13B629923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10" r="687"/>
          <a:stretch/>
        </p:blipFill>
        <p:spPr>
          <a:xfrm>
            <a:off x="0" y="762000"/>
            <a:ext cx="6169572" cy="533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C39050-26EE-A761-561B-E592241C695F}"/>
              </a:ext>
            </a:extLst>
          </p:cNvPr>
          <p:cNvSpPr txBox="1"/>
          <p:nvPr/>
        </p:nvSpPr>
        <p:spPr>
          <a:xfrm>
            <a:off x="5586886" y="392668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Console</a:t>
            </a:r>
          </a:p>
        </p:txBody>
      </p:sp>
    </p:spTree>
    <p:extLst>
      <p:ext uri="{BB962C8B-B14F-4D97-AF65-F5344CB8AC3E}">
        <p14:creationId xmlns:p14="http://schemas.microsoft.com/office/powerpoint/2010/main" val="136737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graph&#10;&#10;AI-generated content may be incorrect.">
            <a:extLst>
              <a:ext uri="{FF2B5EF4-FFF2-40B4-BE49-F238E27FC236}">
                <a16:creationId xmlns:a16="http://schemas.microsoft.com/office/drawing/2014/main" id="{F9436F8A-93BA-A247-FC32-934A49EC5A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2000"/>
            <a:ext cx="12192000" cy="5334000"/>
          </a:xfrm>
          <a:prstGeom prst="rect">
            <a:avLst/>
          </a:prstGeom>
        </p:spPr>
      </p:pic>
      <p:pic>
        <p:nvPicPr>
          <p:cNvPr id="5" name="Picture 4" descr="A close-up of a graph&#10;&#10;AI-generated content may be incorrect.">
            <a:extLst>
              <a:ext uri="{FF2B5EF4-FFF2-40B4-BE49-F238E27FC236}">
                <a16:creationId xmlns:a16="http://schemas.microsoft.com/office/drawing/2014/main" id="{93B68E83-784D-6FCB-E0AA-555E50B120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55" r="852"/>
          <a:stretch/>
        </p:blipFill>
        <p:spPr>
          <a:xfrm>
            <a:off x="0" y="762000"/>
            <a:ext cx="6119447" cy="5334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CBDE47-F5B6-3C93-43A8-521E3FAAC5E4}"/>
              </a:ext>
            </a:extLst>
          </p:cNvPr>
          <p:cNvSpPr txBox="1"/>
          <p:nvPr/>
        </p:nvSpPr>
        <p:spPr>
          <a:xfrm>
            <a:off x="5586886" y="392668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Console</a:t>
            </a:r>
          </a:p>
        </p:txBody>
      </p:sp>
    </p:spTree>
    <p:extLst>
      <p:ext uri="{BB962C8B-B14F-4D97-AF65-F5344CB8AC3E}">
        <p14:creationId xmlns:p14="http://schemas.microsoft.com/office/powerpoint/2010/main" val="821644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Mejia</dc:creator>
  <cp:lastModifiedBy>Daniel Mejia</cp:lastModifiedBy>
  <cp:revision>1</cp:revision>
  <dcterms:created xsi:type="dcterms:W3CDTF">2026-03-31T16:57:41Z</dcterms:created>
  <dcterms:modified xsi:type="dcterms:W3CDTF">2026-03-31T16:57:52Z</dcterms:modified>
</cp:coreProperties>
</file>