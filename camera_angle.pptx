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56642A-BA8F-4D47-9DDB-A7A887E976C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ABBD20-127C-4A67-8201-9E040E8A7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14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BBD20-127C-4A67-8201-9E040E8A76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43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BBD20-127C-4A67-8201-9E040E8A76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77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A8D58-AD29-9F54-3444-3285D2904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2B3E6-E77D-3F9E-F80F-53D524BC0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5337B-CAE8-1AC1-3EFA-3D18FE0A3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0D-67F9-4497-A24B-146FDE9595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364EF-E7B9-514A-4373-6A957FACD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18F42-23A1-4567-0892-0F0DBECA0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ABAB0-1191-4D07-9B1F-DEDFCC54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8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9E999-CB68-DA4B-DC68-8A31133E8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0E90D-B9B9-5CC8-AE79-A87F1482F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DD94F-7A55-EE2F-11C4-BF0FE16D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0D-67F9-4497-A24B-146FDE9595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372E2-6921-846D-884D-1D9C99A8A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98A76-B4D3-D99B-6B37-187ABD094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ABAB0-1191-4D07-9B1F-DEDFCC54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977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D0516-2770-5805-9CB1-0B5DB5112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94588-5A77-D6D7-634A-D8B62BF77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066C3-47D1-6D75-57FF-1AAE26D6F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0D-67F9-4497-A24B-146FDE9595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87849-C0CE-7BF5-4247-11E5D2098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42744-1152-D128-1655-EBAE6AD48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ABAB0-1191-4D07-9B1F-DEDFCC54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4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22AFB-54EA-37BB-77B1-50799149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02C2C-6A0D-BC62-DBA7-7203B004E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300ED-991F-9020-A01A-F74F94022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22896-D311-B6D4-3C56-E973B3CA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0D-67F9-4497-A24B-146FDE9595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25BFC-8B7B-5296-ECD9-A3A0543A2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46B44-2B03-B10A-BE66-93D46207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ABAB0-1191-4D07-9B1F-DEDFCC54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6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4B532-1DCA-0DE6-B953-44646614F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B6EBF-23F0-A428-26AD-ED3741FFD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0195C-E6BC-57EB-7135-F1978E85D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CCDA90-FC1A-7EBF-3203-C44F6A9A4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6B3FF2-26CD-5A77-053D-8E56BB387A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4D7244-9834-CF42-5B8A-7C5EB9AF4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0D-67F9-4497-A24B-146FDE9595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1C58F-271B-AA98-A85D-8A14780C8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E1F0B7-B2B8-2E79-676E-D7057DBB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ABAB0-1191-4D07-9B1F-DEDFCC54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63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8BA62-0EFD-11DA-A067-D522DBF43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5EB3B5-4E26-FA1A-12D1-A66B69086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0D-67F9-4497-A24B-146FDE9595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B2C98-7577-0811-5195-13EF8C02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107D20-9F3E-10B7-D4BE-E8B29E443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ABAB0-1191-4D07-9B1F-DEDFCC54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68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C1B678-A1EE-30F2-670B-9650E64A0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0D-67F9-4497-A24B-146FDE9595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7A0D65-D8FD-FA24-69CE-EF5F39DA0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D7E4D-78A1-DDDA-E7D6-2454F3899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ABAB0-1191-4D07-9B1F-DEDFCC54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8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83B1-B492-A542-9DE9-8804E3621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BB156-2BAE-E6B3-17EE-72693C682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D3488E-9EB5-6021-0217-CD971240A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E6C3C-78BC-46C3-E82E-8CE12925A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0D-67F9-4497-A24B-146FDE9595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DE2F3-3880-8E50-140C-F5D994A4B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DAFBE-2686-F430-F7BA-615E1F6C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ABAB0-1191-4D07-9B1F-DEDFCC54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62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B16D-6AA7-1FC7-6417-E218F77E2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7DE5F6-E314-8B7A-8A8B-5F8080C7F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E9C42-9CA2-8901-8F0E-67A5C2958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EE671-FC91-1057-4889-9CACF872C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0D-67F9-4497-A24B-146FDE9595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727BE-4766-2730-7AA9-E06851D4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5A86E-B549-BC5C-25E8-268DC5A75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ABAB0-1191-4D07-9B1F-DEDFCC54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55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B6692-8EEA-94FA-5981-670FA6A23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FA006-9963-A1FB-2787-C8582574E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83192-F4C5-8442-BC31-BB2EBA25C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0D-67F9-4497-A24B-146FDE9595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3C8F1-8B7B-F7D1-7B64-93778E36C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736D3-E1B6-0E03-E4E1-5FCDA8CB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ABAB0-1191-4D07-9B1F-DEDFCC54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75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CBF262-4E15-532F-6E07-EE63D06E74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BD6D3-311E-CE83-7072-25A47383F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1F248-4DB0-0271-29BE-2FE1546C9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0D-67F9-4497-A24B-146FDE9595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80314-9D6E-17E2-3FF2-A8E5E8F11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CE2F6-CC7E-01C5-3EA6-2B90BEA3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ABAB0-1191-4D07-9B1F-DEDFCC54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4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2910C8-96DB-8D65-97A6-3254AFC35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80F43-4544-0285-A272-5A1EBE6FA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98537-51FA-F947-38EE-41ED871F58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9C20D-67F9-4497-A24B-146FDE9595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54D32-FAFC-C502-271D-665C3BB27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4976-FFF6-74D7-75B2-C0B477252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AABAB0-1191-4D07-9B1F-DEDFCC54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9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treet view of a building&#10;&#10;AI-generated content may be incorrect.">
            <a:extLst>
              <a:ext uri="{FF2B5EF4-FFF2-40B4-BE49-F238E27FC236}">
                <a16:creationId xmlns:a16="http://schemas.microsoft.com/office/drawing/2014/main" id="{713C25DF-7BDF-6BB5-86B8-0FFCD7AE3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65" y="395122"/>
            <a:ext cx="3901439" cy="2926080"/>
          </a:xfrm>
          <a:prstGeom prst="rect">
            <a:avLst/>
          </a:prstGeom>
        </p:spPr>
      </p:pic>
      <p:pic>
        <p:nvPicPr>
          <p:cNvPr id="7" name="Picture 6" descr="A tall white building with trees and plants&#10;&#10;AI-generated content may be incorrect.">
            <a:extLst>
              <a:ext uri="{FF2B5EF4-FFF2-40B4-BE49-F238E27FC236}">
                <a16:creationId xmlns:a16="http://schemas.microsoft.com/office/drawing/2014/main" id="{D06A0070-3292-842A-80AA-5211CEC91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70" y="395122"/>
            <a:ext cx="3901440" cy="2926080"/>
          </a:xfrm>
          <a:prstGeom prst="rect">
            <a:avLst/>
          </a:prstGeom>
        </p:spPr>
      </p:pic>
      <p:pic>
        <p:nvPicPr>
          <p:cNvPr id="9" name="Picture 8" descr="A tall white building with a palm tree&#10;&#10;AI-generated content may be incorrect.">
            <a:extLst>
              <a:ext uri="{FF2B5EF4-FFF2-40B4-BE49-F238E27FC236}">
                <a16:creationId xmlns:a16="http://schemas.microsoft.com/office/drawing/2014/main" id="{E6584552-4241-BEB9-F060-E0FA7D8A1D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70" y="3694557"/>
            <a:ext cx="3901440" cy="2926080"/>
          </a:xfrm>
          <a:prstGeom prst="rect">
            <a:avLst/>
          </a:prstGeom>
        </p:spPr>
      </p:pic>
      <p:pic>
        <p:nvPicPr>
          <p:cNvPr id="10" name="Picture 9" descr="A tall white building with trees and plants&#10;&#10;AI-generated content may be incorrect.">
            <a:extLst>
              <a:ext uri="{FF2B5EF4-FFF2-40B4-BE49-F238E27FC236}">
                <a16:creationId xmlns:a16="http://schemas.microsoft.com/office/drawing/2014/main" id="{51C65467-993C-460D-4845-A6D20388B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65" y="3694557"/>
            <a:ext cx="390144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7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65A4F-A829-BA51-B96A-AAA8F4651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ns Explained - FOTOVOYAGE">
            <a:extLst>
              <a:ext uri="{FF2B5EF4-FFF2-40B4-BE49-F238E27FC236}">
                <a16:creationId xmlns:a16="http://schemas.microsoft.com/office/drawing/2014/main" id="{BB084E2F-EE94-D9A2-8FCC-5C79BF17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055" y="389374"/>
            <a:ext cx="7810917" cy="439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EC889E-010B-D382-76FC-BC3EB2DD4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39" y="4196074"/>
            <a:ext cx="4400374" cy="252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30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3AE44-2485-72D1-419F-745D01337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3" name="Picture 1082" descr="A cartoon of a building&#10;&#10;AI-generated content may be incorrect.">
            <a:extLst>
              <a:ext uri="{FF2B5EF4-FFF2-40B4-BE49-F238E27FC236}">
                <a16:creationId xmlns:a16="http://schemas.microsoft.com/office/drawing/2014/main" id="{200C6BD1-97BA-772A-005F-814CDB2F4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15" t="25759" r="31183" b="20419"/>
          <a:stretch>
            <a:fillRect/>
          </a:stretch>
        </p:blipFill>
        <p:spPr>
          <a:xfrm>
            <a:off x="4682174" y="3690840"/>
            <a:ext cx="2140473" cy="3015573"/>
          </a:xfrm>
          <a:prstGeom prst="rect">
            <a:avLst/>
          </a:prstGeom>
        </p:spPr>
      </p:pic>
      <p:pic>
        <p:nvPicPr>
          <p:cNvPr id="1081" name="Picture 1080" descr="A cartoon of a building&#10;&#10;AI-generated content may be incorrect.">
            <a:extLst>
              <a:ext uri="{FF2B5EF4-FFF2-40B4-BE49-F238E27FC236}">
                <a16:creationId xmlns:a16="http://schemas.microsoft.com/office/drawing/2014/main" id="{205203B9-89C4-CBD4-4919-0F62249940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15" t="25759" r="31183" b="20419"/>
          <a:stretch>
            <a:fillRect/>
          </a:stretch>
        </p:blipFill>
        <p:spPr>
          <a:xfrm>
            <a:off x="4642845" y="404450"/>
            <a:ext cx="2140473" cy="3015573"/>
          </a:xfrm>
          <a:prstGeom prst="rect">
            <a:avLst/>
          </a:prstGeom>
        </p:spPr>
      </p:pic>
      <p:pic>
        <p:nvPicPr>
          <p:cNvPr id="1050" name="Picture 1049">
            <a:extLst>
              <a:ext uri="{FF2B5EF4-FFF2-40B4-BE49-F238E27FC236}">
                <a16:creationId xmlns:a16="http://schemas.microsoft.com/office/drawing/2014/main" id="{B46EE380-C08F-C9D9-2A5B-015F6AFF8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822388">
            <a:off x="2639459" y="5219803"/>
            <a:ext cx="296540" cy="299108"/>
          </a:xfrm>
          <a:prstGeom prst="rect">
            <a:avLst/>
          </a:prstGeom>
        </p:spPr>
      </p:pic>
      <p:cxnSp>
        <p:nvCxnSpPr>
          <p:cNvPr id="1065" name="Straight Connector 1064">
            <a:extLst>
              <a:ext uri="{FF2B5EF4-FFF2-40B4-BE49-F238E27FC236}">
                <a16:creationId xmlns:a16="http://schemas.microsoft.com/office/drawing/2014/main" id="{834884F6-624D-33AC-80C6-FE20FC32EFA6}"/>
              </a:ext>
            </a:extLst>
          </p:cNvPr>
          <p:cNvCxnSpPr>
            <a:cxnSpLocks/>
          </p:cNvCxnSpPr>
          <p:nvPr/>
        </p:nvCxnSpPr>
        <p:spPr>
          <a:xfrm>
            <a:off x="459756" y="5523733"/>
            <a:ext cx="37450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47" name="Picture 1046">
            <a:extLst>
              <a:ext uri="{FF2B5EF4-FFF2-40B4-BE49-F238E27FC236}">
                <a16:creationId xmlns:a16="http://schemas.microsoft.com/office/drawing/2014/main" id="{7CBDDFE3-A909-7B51-131C-7D0B6D56C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868983">
            <a:off x="2593619" y="1592808"/>
            <a:ext cx="1268583" cy="127956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1F9B17D-1439-1C34-69AD-689F3E7505B8}"/>
              </a:ext>
            </a:extLst>
          </p:cNvPr>
          <p:cNvCxnSpPr>
            <a:cxnSpLocks/>
            <a:stCxn id="16" idx="6"/>
          </p:cNvCxnSpPr>
          <p:nvPr/>
        </p:nvCxnSpPr>
        <p:spPr>
          <a:xfrm flipV="1">
            <a:off x="510344" y="2209503"/>
            <a:ext cx="2165003" cy="1550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6B32926-89CD-FB3B-C4A8-32DA1E55D365}"/>
              </a:ext>
            </a:extLst>
          </p:cNvPr>
          <p:cNvCxnSpPr>
            <a:cxnSpLocks/>
          </p:cNvCxnSpPr>
          <p:nvPr/>
        </p:nvCxnSpPr>
        <p:spPr>
          <a:xfrm flipV="1">
            <a:off x="459756" y="1097470"/>
            <a:ext cx="4488804" cy="112436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A28D1B-0A5C-7324-E67B-B921280D78EA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510344" y="2225007"/>
            <a:ext cx="2987368" cy="80877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EAE76EA4-18C0-4C65-9CAF-D9478CFB0CCC}"/>
              </a:ext>
            </a:extLst>
          </p:cNvPr>
          <p:cNvSpPr/>
          <p:nvPr/>
        </p:nvSpPr>
        <p:spPr>
          <a:xfrm>
            <a:off x="2685780" y="2127589"/>
            <a:ext cx="144125" cy="14313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DB3FD7-659F-7CAA-9205-46A1300AFB25}"/>
              </a:ext>
            </a:extLst>
          </p:cNvPr>
          <p:cNvSpPr/>
          <p:nvPr/>
        </p:nvSpPr>
        <p:spPr>
          <a:xfrm>
            <a:off x="366219" y="2153439"/>
            <a:ext cx="144125" cy="14313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8" name="Straight Connector 1037">
            <a:extLst>
              <a:ext uri="{FF2B5EF4-FFF2-40B4-BE49-F238E27FC236}">
                <a16:creationId xmlns:a16="http://schemas.microsoft.com/office/drawing/2014/main" id="{B9340B02-D644-048A-9566-B92193F1E555}"/>
              </a:ext>
            </a:extLst>
          </p:cNvPr>
          <p:cNvCxnSpPr>
            <a:cxnSpLocks/>
          </p:cNvCxnSpPr>
          <p:nvPr/>
        </p:nvCxnSpPr>
        <p:spPr>
          <a:xfrm>
            <a:off x="2516801" y="3033786"/>
            <a:ext cx="22011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8" name="TextBox 1047">
            <a:extLst>
              <a:ext uri="{FF2B5EF4-FFF2-40B4-BE49-F238E27FC236}">
                <a16:creationId xmlns:a16="http://schemas.microsoft.com/office/drawing/2014/main" id="{50B67B81-CB8F-3422-64CC-67AA558AD9C4}"/>
              </a:ext>
            </a:extLst>
          </p:cNvPr>
          <p:cNvSpPr txBox="1"/>
          <p:nvPr/>
        </p:nvSpPr>
        <p:spPr>
          <a:xfrm>
            <a:off x="3559767" y="1701574"/>
            <a:ext cx="130490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/>
              <a:t>Field of </a:t>
            </a:r>
          </a:p>
          <a:p>
            <a:pPr algn="ctr"/>
            <a:r>
              <a:rPr lang="en-US" sz="2600" dirty="0"/>
              <a:t>view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96FE4F88-A527-E0D3-3D8A-FE84253E46FB}"/>
              </a:ext>
            </a:extLst>
          </p:cNvPr>
          <p:cNvSpPr txBox="1"/>
          <p:nvPr/>
        </p:nvSpPr>
        <p:spPr>
          <a:xfrm>
            <a:off x="503154" y="1165754"/>
            <a:ext cx="18481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Pitch = 0°</a:t>
            </a:r>
          </a:p>
        </p:txBody>
      </p:sp>
      <p:cxnSp>
        <p:nvCxnSpPr>
          <p:cNvPr id="1051" name="Straight Connector 1050">
            <a:extLst>
              <a:ext uri="{FF2B5EF4-FFF2-40B4-BE49-F238E27FC236}">
                <a16:creationId xmlns:a16="http://schemas.microsoft.com/office/drawing/2014/main" id="{694E0586-9B91-42A4-5DEC-245D6CEB0C7B}"/>
              </a:ext>
            </a:extLst>
          </p:cNvPr>
          <p:cNvCxnSpPr>
            <a:cxnSpLocks/>
            <a:stCxn id="1055" idx="6"/>
          </p:cNvCxnSpPr>
          <p:nvPr/>
        </p:nvCxnSpPr>
        <p:spPr>
          <a:xfrm flipV="1">
            <a:off x="525093" y="5164587"/>
            <a:ext cx="2619963" cy="35914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64DE1A5F-81A5-6107-8B9E-E1B6EDF3CDBC}"/>
              </a:ext>
            </a:extLst>
          </p:cNvPr>
          <p:cNvCxnSpPr>
            <a:cxnSpLocks/>
            <a:stCxn id="1055" idx="6"/>
          </p:cNvCxnSpPr>
          <p:nvPr/>
        </p:nvCxnSpPr>
        <p:spPr>
          <a:xfrm flipV="1">
            <a:off x="525093" y="3747268"/>
            <a:ext cx="4438216" cy="1776465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44A00E25-CCEF-C7FB-61AA-D3EB41A3422B}"/>
              </a:ext>
            </a:extLst>
          </p:cNvPr>
          <p:cNvCxnSpPr>
            <a:cxnSpLocks/>
            <a:stCxn id="1055" idx="6"/>
          </p:cNvCxnSpPr>
          <p:nvPr/>
        </p:nvCxnSpPr>
        <p:spPr>
          <a:xfrm>
            <a:off x="525093" y="5523733"/>
            <a:ext cx="4423467" cy="79378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4" name="Oval 1053">
            <a:extLst>
              <a:ext uri="{FF2B5EF4-FFF2-40B4-BE49-F238E27FC236}">
                <a16:creationId xmlns:a16="http://schemas.microsoft.com/office/drawing/2014/main" id="{5A21283B-FBB4-B23C-6513-57A2369CC120}"/>
              </a:ext>
            </a:extLst>
          </p:cNvPr>
          <p:cNvSpPr/>
          <p:nvPr/>
        </p:nvSpPr>
        <p:spPr>
          <a:xfrm>
            <a:off x="3026394" y="5071844"/>
            <a:ext cx="144125" cy="14313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Oval 1054">
            <a:extLst>
              <a:ext uri="{FF2B5EF4-FFF2-40B4-BE49-F238E27FC236}">
                <a16:creationId xmlns:a16="http://schemas.microsoft.com/office/drawing/2014/main" id="{13D44BFE-A026-41C0-715E-4456B9BB8771}"/>
              </a:ext>
            </a:extLst>
          </p:cNvPr>
          <p:cNvSpPr/>
          <p:nvPr/>
        </p:nvSpPr>
        <p:spPr>
          <a:xfrm>
            <a:off x="380968" y="5452165"/>
            <a:ext cx="144125" cy="14313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8B1C02EE-36F4-9764-C950-01E0F6AF8C3E}"/>
              </a:ext>
            </a:extLst>
          </p:cNvPr>
          <p:cNvCxnSpPr>
            <a:cxnSpLocks/>
          </p:cNvCxnSpPr>
          <p:nvPr/>
        </p:nvCxnSpPr>
        <p:spPr>
          <a:xfrm>
            <a:off x="2531550" y="6332512"/>
            <a:ext cx="24988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86A6B098-E68E-B9DA-FB0E-335D29292231}"/>
              </a:ext>
            </a:extLst>
          </p:cNvPr>
          <p:cNvSpPr/>
          <p:nvPr/>
        </p:nvSpPr>
        <p:spPr>
          <a:xfrm>
            <a:off x="1952625" y="3100284"/>
            <a:ext cx="281940" cy="1725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84" name="Picture 1083" descr="A street view of a building&#10;&#10;AI-generated content may be incorrect.">
            <a:extLst>
              <a:ext uri="{FF2B5EF4-FFF2-40B4-BE49-F238E27FC236}">
                <a16:creationId xmlns:a16="http://schemas.microsoft.com/office/drawing/2014/main" id="{54BAA4D5-1DE6-C68C-3EC8-7F20341AB1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26"/>
          <a:stretch>
            <a:fillRect/>
          </a:stretch>
        </p:blipFill>
        <p:spPr>
          <a:xfrm>
            <a:off x="7454748" y="404450"/>
            <a:ext cx="3473338" cy="2468880"/>
          </a:xfrm>
          <a:prstGeom prst="rect">
            <a:avLst/>
          </a:prstGeom>
        </p:spPr>
      </p:pic>
      <p:pic>
        <p:nvPicPr>
          <p:cNvPr id="1085" name="Picture 1084" descr="A tall white building with trees and plants&#10;&#10;AI-generated content may be incorrect.">
            <a:extLst>
              <a:ext uri="{FF2B5EF4-FFF2-40B4-BE49-F238E27FC236}">
                <a16:creationId xmlns:a16="http://schemas.microsoft.com/office/drawing/2014/main" id="{C315897B-212C-0971-51E0-F8830A99A3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26"/>
          <a:stretch>
            <a:fillRect/>
          </a:stretch>
        </p:blipFill>
        <p:spPr>
          <a:xfrm>
            <a:off x="7449862" y="3714147"/>
            <a:ext cx="3473339" cy="2468880"/>
          </a:xfrm>
          <a:prstGeom prst="rect">
            <a:avLst/>
          </a:prstGeom>
        </p:spPr>
      </p:pic>
      <p:sp>
        <p:nvSpPr>
          <p:cNvPr id="1086" name="TextBox 1085">
            <a:extLst>
              <a:ext uri="{FF2B5EF4-FFF2-40B4-BE49-F238E27FC236}">
                <a16:creationId xmlns:a16="http://schemas.microsoft.com/office/drawing/2014/main" id="{2440A70E-B3BB-42B8-DB20-48A390DCA8A3}"/>
              </a:ext>
            </a:extLst>
          </p:cNvPr>
          <p:cNvSpPr txBox="1"/>
          <p:nvPr/>
        </p:nvSpPr>
        <p:spPr>
          <a:xfrm>
            <a:off x="3617385" y="4250860"/>
            <a:ext cx="130490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/>
              <a:t>Field of </a:t>
            </a:r>
          </a:p>
          <a:p>
            <a:pPr algn="ctr"/>
            <a:r>
              <a:rPr lang="en-US" sz="2600" dirty="0"/>
              <a:t>view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08E7D025-3BDE-FB69-6811-72BF1F5ED29F}"/>
              </a:ext>
            </a:extLst>
          </p:cNvPr>
          <p:cNvSpPr txBox="1"/>
          <p:nvPr/>
        </p:nvSpPr>
        <p:spPr>
          <a:xfrm>
            <a:off x="453030" y="4287444"/>
            <a:ext cx="2067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Pitch = 30°</a:t>
            </a:r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997D19EB-DA77-28FC-5DEC-F74166BFE308}"/>
              </a:ext>
            </a:extLst>
          </p:cNvPr>
          <p:cNvSpPr txBox="1"/>
          <p:nvPr/>
        </p:nvSpPr>
        <p:spPr>
          <a:xfrm>
            <a:off x="8267499" y="2807896"/>
            <a:ext cx="18481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Pitch = 0°</a:t>
            </a:r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FAFDD1F6-9EFD-EEE7-15EB-144E90A3B4E5}"/>
              </a:ext>
            </a:extLst>
          </p:cNvPr>
          <p:cNvSpPr txBox="1"/>
          <p:nvPr/>
        </p:nvSpPr>
        <p:spPr>
          <a:xfrm>
            <a:off x="8181542" y="6121638"/>
            <a:ext cx="2067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Pitch = 30°</a:t>
            </a:r>
          </a:p>
        </p:txBody>
      </p:sp>
      <p:sp>
        <p:nvSpPr>
          <p:cNvPr id="2051" name="Right Triangle 2050">
            <a:extLst>
              <a:ext uri="{FF2B5EF4-FFF2-40B4-BE49-F238E27FC236}">
                <a16:creationId xmlns:a16="http://schemas.microsoft.com/office/drawing/2014/main" id="{48303331-9C18-8B73-4011-E548A926BC19}"/>
              </a:ext>
            </a:extLst>
          </p:cNvPr>
          <p:cNvSpPr/>
          <p:nvPr/>
        </p:nvSpPr>
        <p:spPr>
          <a:xfrm flipH="1">
            <a:off x="525092" y="5263659"/>
            <a:ext cx="1826260" cy="275059"/>
          </a:xfrm>
          <a:prstGeom prst="rtTriangle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67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115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24</Words>
  <Application>Microsoft Office PowerPoint</Application>
  <PresentationFormat>Widescreen</PresentationFormat>
  <Paragraphs>10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Mejia</dc:creator>
  <cp:lastModifiedBy>Daniel Mejia</cp:lastModifiedBy>
  <cp:revision>3</cp:revision>
  <dcterms:created xsi:type="dcterms:W3CDTF">2025-11-21T10:15:47Z</dcterms:created>
  <dcterms:modified xsi:type="dcterms:W3CDTF">2025-11-21T14:34:39Z</dcterms:modified>
</cp:coreProperties>
</file>